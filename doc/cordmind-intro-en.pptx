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2f4e79664a4c64" /><Relationship Type="http://schemas.openxmlformats.org/officeDocument/2006/relationships/extended-properties" Target="/docProps/app.xml" Id="R894016ba19ff47fb" /><Relationship Type="http://schemas.openxmlformats.org/officeDocument/2006/relationships/officeDocument" Target="/ppt/presentation.xml" Id="R0796e3cdd9f94b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ed919d947b4de3"/>
  </p:sldMasterIdLst>
  <p:notesMasterIdLst>
    <p:notesMasterId xmlns:r="http://schemas.openxmlformats.org/officeDocument/2006/relationships" r:id="Ra66b1f8b052b479b"/>
  </p:notesMasterIdLst>
  <p:sldIdLst>
    <p:sldId xmlns:r="http://schemas.openxmlformats.org/officeDocument/2006/relationships" id="256" r:id="R949b415a4af74265"/>
    <p:sldId xmlns:r="http://schemas.openxmlformats.org/officeDocument/2006/relationships" id="257" r:id="R2cd9ecfa13a341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d919d947b4de3" /><Relationship Type="http://schemas.openxmlformats.org/officeDocument/2006/relationships/theme" Target="/ppt/theme/theme1.xml" Id="Rbc5d4645126f4c21" /><Relationship Type="http://schemas.openxmlformats.org/officeDocument/2006/relationships/notesMaster" Target="/ppt/notesMasters/notesMaster1.xml" Id="Ra66b1f8b052b479b" /><Relationship Type="http://schemas.openxmlformats.org/officeDocument/2006/relationships/presProps" Target="/ppt/presProps.xml" Id="Rcf3411d7615d46df" /><Relationship Type="http://schemas.openxmlformats.org/officeDocument/2006/relationships/viewProps" Target="/ppt/viewProps.xml" Id="R378dfeea8d994713" /><Relationship Type="http://schemas.openxmlformats.org/officeDocument/2006/relationships/tableStyles" Target="/ppt/tableStyles.xml" Id="R9e96bf0f18ef4267" /><Relationship Type="http://schemas.openxmlformats.org/officeDocument/2006/relationships/slide" Target="/ppt/slides/slide1.xml" Id="R949b415a4af74265" /><Relationship Type="http://schemas.openxmlformats.org/officeDocument/2006/relationships/slide" Target="/ppt/slides/slide2.xml" Id="R2cd9ecfa13a341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b50bf985a345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159ac78f474700" /><Relationship Type="http://schemas.openxmlformats.org/officeDocument/2006/relationships/notesMaster" Target="/ppt/notesMasters/notesMaster1.xml" Id="R070bfa33aae34a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a2f7ce5c34c87" /><Relationship Type="http://schemas.openxmlformats.org/officeDocument/2006/relationships/notesMaster" Target="/ppt/notesMasters/notesMaster1.xml" Id="Ra02039911754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a769fcec248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04bcaca5001403f" /><Relationship Type="http://schemas.openxmlformats.org/officeDocument/2006/relationships/slideLayout" Target="/ppt/slideLayouts/slideLayout2.xml" Id="Ra99bf27844ae4d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bf27844ae4d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6d33ee433f49ee" /><Relationship Type="http://schemas.openxmlformats.org/officeDocument/2006/relationships/notesSlide" Target="/ppt/notesSlides/notesSlide1.xml" Id="R89b4272fe8f241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03b013ed6d467a" /><Relationship Type="http://schemas.openxmlformats.org/officeDocument/2006/relationships/notesSlide" Target="/ppt/notesSlides/notesSlide2.xml" Id="Re219f084179e4e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A79825-CF11-451D-BF4C-C7F3F10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85042-DA5E-4CBE-8AC0-DD417BC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CF95B-A298-43DB-BE7E-416A8EF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DC6F7-7618-4BD5-84CD-2353DD39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IDEA / PROBLEM &amp;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450AF-6EB3-4CF6-9A32-F472FBAB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cordmind: trusted team knowledge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30C8A-27F2-42F3-B9BE-2C52A777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47D0E-D062-47D2-860A-A0087D02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One-line solution: use AI to turn knowledge scattered across the RAG knowledge base, Confluence, JIRA, and GitHub into one cited Q&amp;A entry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DA139-9A81-4424-94BE-BC7BECA0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DEAE5-8F38-41F1-8FBD-86F2B89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  Main Pain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8B5AF-F069-410B-ADC3-B808B525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3335">
            <a:solidFill>
              <a:srgbClr val="FDBA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1A401-B911-4AED-A400-64B457C3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35040-C063-462B-B9CA-37B6717C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3DABA-9B3D-4891-8388-189C65B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574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Scattered knowledge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0506D-88E6-4050-AEBE-3463A2ED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432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Docs, tickets, code, and decisions live in separate systems, so finding the right context takes too long.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7E187-CE55-4630-B631-89C1CD89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3335">
            <a:solidFill>
              <a:srgbClr val="FCA5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15507-3E7B-40A3-B14F-7AF5AC40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08F8B-196C-40B4-808B-61F7FD5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F04B3-55F7-4C67-9BA5-58991C03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Unreliable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2F8CB-C85C-4690-9FDC-2509A58C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862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Outdated pages and unsourced tribal knowledge can mislead troubleshooting, delivery, and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96B1E-7936-45BC-A6EC-53CCA4F7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CF474-F458-438C-8FC8-9BDFAC48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383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  Who Is Affected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7BC3E-1C12-495D-8F3C-651A1377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79879-986F-4D08-AFDB-F23CEF8A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193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• Engineers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C6201-95EB-404C-80BF-8FE910F6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business context / APIs /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61560D-089E-48D6-B228-6151EAE9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28975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25970-BCA8-4097-80DE-9A3EFDD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242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 QA &amp; 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9BEA22-9A55-4239-A758-FF7D2E43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runbooks / releases / known issues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E08F5-3A66-45B9-B584-D70DDF2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33825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94F12C-9628-4BA2-992E-AD9B6F3B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290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• Product &amp; PM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9F972-C377-46CB-8F94-2976E919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requirements / JIRA / decisions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6D31DA-BF7A-496C-A32B-237BD8B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38675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FB29D2-F4F7-4546-8CF8-F1BDC7CE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339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 Knowledge owners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E7455-BEE7-46F9-8A2E-AACA4C2D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529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stale docs / updates /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9D2241-99D6-4AF9-9B40-5642A557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52625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65B2E9-84EC-44BC-BEC6-61101B5D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  AI Solution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20841-621C-48E5-BA79-374117F9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24125"/>
            <a:ext cx="320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EE5599-8470-4C34-9BF1-7F97271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765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cordmind Orchestrator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9ADAF2-8C80-46A8-8E4D-904F8B5D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38475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1. Search internal RAG first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2. Retrieve external evidence when needed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3. Generate answers, summaries, and citations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3CF770-8050-45F5-9FDD-96314CCC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06EB4A-9E19-4B0F-ACE6-68A80C1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338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 first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71E29C-D089-4040-84E6-79608E84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F991B6-3101-4A3B-BDA3-16CD5FCD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338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search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89C295-A8E6-4F6E-918C-C881681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487A0F-A33C-4D39-A7FF-A4251E64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338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Citations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CDBE40-EE09-47F8-A376-22B2B2EB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76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Primary audience: engineers, QA/Ops, and product/project teammates who need verified answers across documents, code, and tickets every day.</a:t>
            </a:r>
          </a:p>
        </p:txBody>
      </p:sp>
    </p:spTree>
    <p:extLst>
      <p:ext uri="{BB962C8B-B14F-4D97-AF65-F5344CB8AC3E}">
        <p14:creationId xmlns:p14="http://schemas.microsoft.com/office/powerpoint/2010/main" val="17635049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9C454-AD7A-4F8F-B7D5-98E2E22C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94D92-D1EA-465F-B22E-CEAF7D89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13C6A-0B09-41BD-8F36-1A261C70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A167-87CC-4A65-B138-D6572064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SYSTEM IMPACT / 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B68D8-DE5C-4A93-928C-798A8973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cordmind impact and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0D5E3-8E5F-470C-A6A8-E91FD541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35D73-8416-4F05-9A14-0CB55614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42B08-536A-4AD5-8B75-68C4794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  Concrete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6B6D2-7162-4283-B4D1-8A216E73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6AED-65D1-41A8-B70B-9F8EA60D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1BC0A-B6C8-4DA6-A837-04ED8E16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Save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CF554-F1C4-47EC-82B7-34B10555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90500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Reduce repeated searching across Confluence, JIRA, GitHub, and internal docs.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B488B-973A-4E59-8298-A533FEB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FCA5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98DF-893E-4B7F-82F1-E119402C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F0C1C-0D08-4EB5-B172-9552B41D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Reduce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9E5E9-BB0E-40EE-8F63-9D20187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241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Flag uncertainty and source conflicts instead of presenting unsupported answers.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14FC4-EE09-42DF-A3A2-3D9F4C28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39B46-E64C-4529-9194-B2BB3D6C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64AD2-1A51-499A-B207-189B3842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Better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0D1FB-D8CB-4DBA-9882-8035C778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4330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Ask in natural language and get conclusions, evidence, and clickable sources.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E7E0A-F952-4CC6-9900-8EBCC0D9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335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6E71C-417B-4DE7-BD5F-85F9FB9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192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  Data Inputs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B6DBE-F1C1-4ADF-B207-089469E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90700"/>
            <a:ext cx="1504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7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DB606-21A4-4FEE-A469-390F82AA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954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Internal KB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884C9-C3F2-42E1-9096-9559B39B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docs / runbooks / configs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C0D7A2-BCFB-4B3B-B20E-0464FF92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1504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7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AC932-DABD-4A03-9E6E-514A81D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954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Confluence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6D087-9D40-4800-8C52-A71A00B4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pages / notes / manuals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2A070-0790-4477-AF15-0734D29B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1504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7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BD5C92-D868-4DDB-ABF5-9D49558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717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JIRA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7DCDB9-9601-47F9-B1BA-78D66CBA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requirements / bugs / status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7948E-D92B-45A8-A205-DD3720E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1504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7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32BC9C-4D9A-4D8D-B736-2E7AB02D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717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0A7A75-72CD-4270-889E-C00CE303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README / code / PR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A322FB-70B4-4753-9266-D383E7A4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33500"/>
            <a:ext cx="3962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02293-768D-40D4-B3CA-CC67C9D6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 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BDFD44-A17B-4662-9D8A-B6EA41FF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68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E5D7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E4FF07-B45F-4751-BCA0-9DFD829C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335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Ask / link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1005EE-AAC4-4127-A585-BD10C773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812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natural language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021532-B8DE-4E90-BAC9-C6556E12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D0B344-E0D1-4290-BE71-12D41CA7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859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FCFA8E-A63F-47FD-9938-64217449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68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E5D7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2300C8-4E91-47D0-9D8F-B837F741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335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58D5F8-784E-4302-BC83-4CB42C6E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812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source range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92BDF1-4738-4CD3-B61E-9884F81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E12453-8B9B-42FF-9C07-191D844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859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A420D6-2036-4F96-B55D-00891E80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68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0478">
            <a:solidFill>
              <a:srgbClr val="FCA5A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C7FA9A-7030-4119-ACA0-B57CA5FE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335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B49849-7A9B-411B-97B0-67C4F64B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812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RAGFlow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C4E9DB-FF06-4D04-B2D9-6C5A9679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4312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FBAEFA-E40E-48F9-B770-704E56B4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859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16AE47-9F5B-43CD-80BA-BA8162A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09750"/>
            <a:ext cx="68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E5D7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B89C04-14B1-4169-9038-206DD71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335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98C400-2D69-4203-9998-1B6CF7B9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812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AFAB37-5CE8-474D-A04E-B04CB35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4312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A27CD8-A9FD-4136-95E2-7F3F847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859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C2B263-8B4E-4996-8477-A57E7AB8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09750"/>
            <a:ext cx="68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478">
            <a:solidFill>
              <a:srgbClr val="FDBA7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3B7482-7172-4709-81DD-AF3EF8D3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335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7DD0ED-0BE7-4415-B208-989BB21B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1812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citations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1E059F-A59E-47AB-95FA-F657AF97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342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FCA5A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F4250E-738A-430C-ACF0-F70779A6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Model / Baseline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F44A4B-AC4F-4750-9322-C1073A0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3086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RAGFlow v0.25.6 handles parsing, chunking, embedding, indexing, retrieval, and citations; LLM/Embedding models plug into the enterprise-approved stack.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0CB2BC-3A2D-49DD-9B5D-8D9B2B13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752C0C-DB67-4D21-9BE4-EE97D5BD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911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RAGFlow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B09C40-7F7A-4759-8239-DEF58ED9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149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C88C05-D29A-45F9-98C2-E69451A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91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B5C366-7541-47D7-A0A9-5709BD2E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25B18E-1045-473F-97E8-4EFC2BC2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65BD74-CCB5-45A3-B3AC-CF13DEAF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562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CF7"/>
          </a:solidFill>
          <a:ln xmlns:a="http://schemas.openxmlformats.org/drawingml/2006/main" w="11430">
            <a:solidFill>
              <a:srgbClr val="E7D7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7DA280-AAAC-403C-BB54-70ADD140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Key assumptions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337FAD-00E7-4E54-B5F0-A668745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3219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1. User identity maps to source permissions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2. Core domains have docs and owners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3. Unsupported answers can be rejected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B150B7-DAAC-4CFF-8A76-07D2EBA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Support needed next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2409D6-5863-4770-B4BD-38BF2418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pilot knowledge scope and owners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3D4C0D-6705-4664-AE9A-59427D26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Confluence / GitHub / JIRA APIs and policies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D089E2-3BB8-4718-8486-878BF9C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approved LLM, Embedding, vector store, data boundary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603F0D-2938-4CB2-946A-9CCE054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security, audit, retention, and rollout approval</a:t>
            </a:r>
          </a:p>
        </p:txBody>
      </p:sp>
    </p:spTree>
    <p:extLst>
      <p:ext uri="{BB962C8B-B14F-4D97-AF65-F5344CB8AC3E}">
        <p14:creationId xmlns:p14="http://schemas.microsoft.com/office/powerpoint/2010/main" val="1953391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2026-05-31T15:22:21.4720000Z</dcterms:created>
  <dcterms:modified xsi:type="dcterms:W3CDTF">2026-05-31T15:22:21.4720000Z</dcterms:modified>
</coreProperties>
</file>